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Projesi: VAE ile Latent Manifold Analizi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Ders: Mathematical Foundations of AI</a:t>
            </a:r>
          </a:p>
          <a:p>
            <a:r>
              <a:t>Öğrenci: Mohammed Izedin Mohammed</a:t>
            </a:r>
          </a:p>
          <a:p>
            <a:r>
              <a:t>Öğrenci No: 255B7003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Motivasyon ve Amaç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Yüksek boyutlu veriyi düşük boyutlu latent ölçü uzayına indirgeme</a:t>
            </a:r>
          </a:p>
          <a:p>
            <a:pPr/>
            <a:r>
              <a:t>VAE ile veri manifoldunun topolojisini öğrenme</a:t>
            </a:r>
          </a:p>
          <a:p>
            <a:pPr/>
            <a:r>
              <a:t>ELBO optimizasyonu ile olasılık modelleme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Teorik Çerçeve (Measure Theory Bağlantısı)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Olasılık uzayı: (Ω, 𝔽, P) ve ölçülebilirlik</a:t>
            </a:r>
          </a:p>
          <a:p>
            <a:pPr/>
            <a:r>
              <a:t>ELBO: E_q[log p(x|z)] − D_KL(q(z|x) || p(z))</a:t>
            </a:r>
          </a:p>
          <a:p>
            <a:pPr/>
            <a:r>
              <a:t>Jensen Eşitsizliği → log p(x) için alt sınır</a:t>
            </a:r>
          </a:p>
          <a:p>
            <a:pPr/>
            <a:r>
              <a:t>Monte Carlo integrasyonu: örnekleme ile integral yaklaşımı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Mimarisi (VAE)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Encoder: x → (μ, log σ²)</a:t>
            </a:r>
          </a:p>
          <a:p>
            <a:pPr/>
            <a:r>
              <a:t>Reparameterization: z = μ + σ ⊙ ε,  ε ~ N(0, I)</a:t>
            </a:r>
          </a:p>
          <a:p>
            <a:pPr/>
            <a:r>
              <a:t>Decoder: z → x̂</a:t>
            </a:r>
          </a:p>
          <a:p>
            <a:pPr/>
            <a:r>
              <a:t>Latent uzay: 2 boyutlu ölçü uzayı / manifold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Kayıp Fonksiyonu (ELBO)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Reconstruction: Binary Cross-Entropy</a:t>
            </a:r>
          </a:p>
          <a:p>
            <a:pPr/>
            <a:r>
              <a:t>Regularization: KL Divergence</a:t>
            </a:r>
          </a:p>
          <a:p>
            <a:pPr/>
            <a:r>
              <a:t>Gaussian prior seçimi: KL için kapalı form çözüm</a:t>
            </a:r>
          </a:p>
          <a:p>
            <a:pPr/>
            <a:r>
              <a:t>Amaç: ELBO’yu maksimize ederek log-olabilirliği dolaylı artırmak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Deneysel Kurulum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Veri: MNIST (60k eğitim / 10k test)</a:t>
            </a:r>
          </a:p>
          <a:p>
            <a:pPr/>
            <a:r>
              <a:t>Eğitim: Adam, 10 epoch</a:t>
            </a:r>
          </a:p>
          <a:p>
            <a:pPr/>
            <a:r>
              <a:t>Latent boyut: 2</a:t>
            </a:r>
          </a:p>
          <a:p>
            <a:pPr/>
            <a:r>
              <a:t>Ek analizler: latent grid, hata histogramı, β‑VAE ablation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Sonuçlar: Latent Manifold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Sınıflar latent uzayda topolojik kümeler oluşturdu</a:t>
            </a:r>
          </a:p>
          <a:p>
            <a:pPr/>
            <a:r>
              <a:t>Manifold yapısı görsel olarak ortaya çıktı</a:t>
            </a:r>
          </a:p>
          <a:p>
            <a:pPr/>
            <a:r>
              <a:t>Latent grid haritası ile decoder davranışı gözlemlendi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Sonuçlar: Optimizasyon ve Hata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ELBO kaybı epoch boyunca yakınsadı</a:t>
            </a:r>
          </a:p>
          <a:p>
            <a:pPr/>
            <a:r>
              <a:t>Reconstruction error histogramı: modelin zorlandığı örnekler</a:t>
            </a:r>
          </a:p>
          <a:p>
            <a:pPr/>
            <a:r>
              <a:t>β‑VAE karşılaştırması: KL ağırlığı temsil gücünü etkiliyor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Örnek Üretimi ve Rekonstrüksiyon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Rastgele z örneklerinden sentetik rakam üretimi</a:t>
            </a:r>
          </a:p>
          <a:p>
            <a:pPr/>
            <a:r>
              <a:t>Orijinal vs rekonstrüksiyon karşılaştırması</a:t>
            </a:r>
          </a:p>
          <a:p>
            <a:pPr/>
            <a:r>
              <a:t>Latent temsillerin semantik bilgi taşıdığı gözlemlendi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 ve Katkılar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Teori + uygulama birleşimi: ölçü uzayı, ELBO, KL</a:t>
            </a:r>
          </a:p>
          <a:p>
            <a:pPr/>
            <a:r>
              <a:t>Manifold öğrenimi görsel olarak doğrulandı</a:t>
            </a:r>
          </a:p>
          <a:p>
            <a:pPr/>
            <a:r>
              <a:t>Final katkısı: latent grid + hata analizi + β‑VAE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