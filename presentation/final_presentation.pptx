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25C"/>
    <a:srgbClr val="181F38"/>
    <a:srgbClr val="17213D"/>
    <a:srgbClr val="152342"/>
    <a:srgbClr val="14284A"/>
    <a:srgbClr val="1131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F802-B814-8288-D1AA-0F6ABA31D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DFF4B-CD40-8678-E42E-F63B0EBD4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D04A1-BA06-88DD-B4E2-E6C450DA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0B138-7851-C549-CFFE-FEB1C5B9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2696-6078-01F4-AFE8-E222B5E0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3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A9940-0E60-ACC3-0A9D-8EDCFC65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16CC9-DF03-DA49-F4CE-84542DD0A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E37E6-CF76-D6F4-70FE-3B4BDA51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93EB0-42FB-8FF5-0A9A-42285164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0767-91AB-3BF5-28D1-14EE9384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0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CC2F-5D7E-A400-87F6-B4EAEBD6C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094AA-39B8-4F89-B06C-CC3D95B3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12BE-D1CA-38F0-470D-63B26667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7C13-EF8A-65B1-397A-612FE5FE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1BF7C-E945-632E-30D7-595D0A43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6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825C-E688-1EA1-813A-88A0BE24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B8E9-3270-F14C-E8E0-45F7B465A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B3670-AA22-314F-7BB1-57869E6E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A233E-D51C-31E8-304F-AFB6DAAD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224CD-510E-0CF5-A959-E0C96A8B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CA683-002F-11F5-F5D7-949FB9BC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1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C94B-2219-1B08-AA62-85754C99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B62EF-94AF-B9A8-A236-649BE2F0F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AC4E9-7431-6E2D-3F69-71C6C2C7D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97EF1-4693-5B92-B832-4ACBF0BF0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FBDE0-9EB0-6107-7991-64D3CE137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36865-EC6F-5D7C-6DBB-D58A6BD3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AD6DA-3B4C-442A-9813-35156523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D1B95-162E-E303-7290-4F22CE45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4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E00E-E3DF-1AA8-B43D-3580EDBF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B4970-0CF6-2523-7EF2-A5458396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2DE93-BE66-366E-31F1-5613B563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19339-632C-3E09-6B12-2473D0CC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9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6149D-018D-607D-FA2E-F6667E5E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A3877-5F1F-7C93-D722-262BC20A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71F4-2F66-453D-072C-7F1219D2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4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B873-F6BA-129E-E72D-16E0A990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8E10-4FB8-CDBF-82C4-08A23D25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2812F-6A58-EFE1-2DEB-8C55C659B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14A9F-17B5-152D-2D29-FB0C4D50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01519-4018-8D41-1830-DAD1F1E4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DCC88-8FC0-0908-57D6-32729EA1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2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AC49-36BC-8D5B-9CDA-590D80A9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81FA6-5991-3BA1-7DE2-DD05AF8AF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66AA4-1FAF-D651-AD78-BB1634420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69174-EC67-9EDD-5C9B-9FB1DA94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B76C8-3A79-AE41-4586-4DFB9AD5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C9434-899C-E8E0-EB31-E8543ECF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9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84CE-9431-E292-B6BE-C344CCD3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515D9-74A3-E1E8-BAB8-90702F48E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31B5-C83A-7B94-0FBC-A410DE85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BCE2-3408-B7C7-1852-BF70F96A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9799B-25D4-C95C-DA2F-E893F79B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9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AF473-769F-20C6-19A2-DD12458EF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7E565-F750-3833-D009-C61B217ED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3A0B0-0819-8833-4527-89ECAA15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EA5F9-3AD4-472E-E063-C3FB28EF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A6E9F-E480-3EE8-EA87-10A1C10F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81F38"/>
            </a:gs>
            <a:gs pos="100000">
              <a:srgbClr val="10325C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6A702-7DC7-A428-E999-A5F3B272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1179A-A3BB-1E6F-F8E5-3F02C3A99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E1D9D-F3E1-4A18-EA58-CBEA14D1C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2D534-EDC6-4DB8-AF41-EF5904517DE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EAE4-42A6-6C53-FA0E-7C40CCE09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A10E9-EFAA-10C9-9D2C-95DE6EE1C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29D87-E166-4691-8F87-F4092D34D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5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4BC8E-2815-63A7-E235-7A7EAEBC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08" r="967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5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1563E-8B7F-6FAF-C3E9-D865462E1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8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5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13457-38F4-5D85-4CF3-51365134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6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2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D1AA7-B423-AC79-E589-66477D6F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32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8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EB5E090-81B7-D9DD-7C70-7630B673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75" b="-1"/>
          <a:stretch>
            <a:fillRect/>
          </a:stretch>
        </p:blipFill>
        <p:spPr>
          <a:xfrm>
            <a:off x="-3048" y="-1"/>
            <a:ext cx="12188952" cy="615541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207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94AD8-8168-3F43-B193-00F4940C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794"/>
            <a:ext cx="12192000" cy="53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2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F564F29-9412-427D-7B39-B6C37C87C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55" b="-1"/>
          <a:stretch>
            <a:fillRect/>
          </a:stretch>
        </p:blipFill>
        <p:spPr>
          <a:xfrm>
            <a:off x="-3048" y="-1"/>
            <a:ext cx="12188952" cy="615541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509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DEFF6C-1BEB-FCED-FEF4-0278DFAD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32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63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2EC12-766F-10F6-68E6-04B08C907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796"/>
            <a:ext cx="12192000" cy="542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0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C34BF-D37F-0E59-D976-2DF0C7DF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185"/>
            <a:ext cx="12192000" cy="550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6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509AE-94B4-1E5A-5DC3-29C80B03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953"/>
            <a:ext cx="12192000" cy="530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9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2FFF7-C50E-E60A-2C7E-0D59868F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12" r="13539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0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mohammed</dc:creator>
  <cp:lastModifiedBy>MOHAMMED IZEDIN MOHAMMED</cp:lastModifiedBy>
  <cp:revision>1</cp:revision>
  <dcterms:created xsi:type="dcterms:W3CDTF">2026-01-21T12:14:52Z</dcterms:created>
  <dcterms:modified xsi:type="dcterms:W3CDTF">2026-01-21T12:31:10Z</dcterms:modified>
</cp:coreProperties>
</file>